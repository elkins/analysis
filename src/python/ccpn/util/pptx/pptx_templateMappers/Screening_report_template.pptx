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handoutMasterIdLst>
    <p:handoutMasterId r:id="rId2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E83"/>
    <a:srgbClr val="2E705C"/>
    <a:srgbClr val="89A024"/>
    <a:srgbClr val="A216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6"/>
    <p:restoredTop sz="96327"/>
  </p:normalViewPr>
  <p:slideViewPr>
    <p:cSldViewPr snapToGrid="0" showGuides="1">
      <p:cViewPr varScale="1">
        <p:scale>
          <a:sx n="133" d="100"/>
          <a:sy n="133" d="100"/>
        </p:scale>
        <p:origin x="60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05" d="100"/>
          <a:sy n="105" d="100"/>
        </p:scale>
        <p:origin x="35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23F580-D195-859D-9FCA-E0334EB881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0F7A5-F5DD-E336-C118-4FDA11565E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E9108-8403-9346-994C-754CE975162E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7FCAF-7A63-DCCE-1481-2A34F5E573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E4BE1-2BE2-9428-0CE4-36D85CDB43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0787C-3683-E448-BE0C-31C86C0E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30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B7A0AC60-0EFE-2470-8E4F-776E500B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3816" y="6356350"/>
            <a:ext cx="2743200" cy="365125"/>
          </a:xfrm>
        </p:spPr>
        <p:txBody>
          <a:bodyPr/>
          <a:lstStyle/>
          <a:p>
            <a:fld id="{11AF75C9-0359-FC42-A307-982A28152EDC}" type="datetimeFigureOut">
              <a:rPr lang="en-US" smtClean="0"/>
              <a:t>12/18/24</a:t>
            </a:fld>
            <a:r>
              <a:rPr lang="en-US" dirty="0"/>
              <a:t> Date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6FA403C-43E1-1010-54D2-C71A1E7A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F147853-1618-961D-F536-C0B7AA95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9036" y="6356349"/>
            <a:ext cx="2743200" cy="365125"/>
          </a:xfrm>
        </p:spPr>
        <p:txBody>
          <a:bodyPr/>
          <a:lstStyle/>
          <a:p>
            <a:r>
              <a:rPr lang="en-US" dirty="0"/>
              <a:t>Page number </a:t>
            </a:r>
            <a:fld id="{8363412E-7DC2-7642-80E9-9CADEAF62AF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Comment">
            <a:extLst>
              <a:ext uri="{FF2B5EF4-FFF2-40B4-BE49-F238E27FC236}">
                <a16:creationId xmlns:a16="http://schemas.microsoft.com/office/drawing/2014/main" id="{84E26E21-9596-4A3A-91FC-E9A0F43D1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61" y="5991451"/>
            <a:ext cx="11318420" cy="28503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Comment</a:t>
            </a:r>
          </a:p>
        </p:txBody>
      </p:sp>
      <p:sp>
        <p:nvSpPr>
          <p:cNvPr id="10" name="Program Info">
            <a:extLst>
              <a:ext uri="{FF2B5EF4-FFF2-40B4-BE49-F238E27FC236}">
                <a16:creationId xmlns:a16="http://schemas.microsoft.com/office/drawing/2014/main" id="{32DD80F7-086D-78BD-ADFD-80FA4501CDC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3361" y="1729764"/>
            <a:ext cx="5862639" cy="3250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Program Info</a:t>
            </a:r>
            <a:endParaRPr lang="en-US" dirty="0"/>
          </a:p>
        </p:txBody>
      </p:sp>
      <p:sp>
        <p:nvSpPr>
          <p:cNvPr id="11" name="Data Paths">
            <a:extLst>
              <a:ext uri="{FF2B5EF4-FFF2-40B4-BE49-F238E27FC236}">
                <a16:creationId xmlns:a16="http://schemas.microsoft.com/office/drawing/2014/main" id="{A7C78260-354A-25F1-23E3-546670B3A2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3354" y="5101376"/>
            <a:ext cx="11318420" cy="820848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Data Paths</a:t>
            </a:r>
            <a:endParaRPr lang="en-US" dirty="0"/>
          </a:p>
        </p:txBody>
      </p:sp>
      <p:sp>
        <p:nvSpPr>
          <p:cNvPr id="3" name="Calculation Settings">
            <a:extLst>
              <a:ext uri="{FF2B5EF4-FFF2-40B4-BE49-F238E27FC236}">
                <a16:creationId xmlns:a16="http://schemas.microsoft.com/office/drawing/2014/main" id="{9B39E5B7-08AA-B76E-25E8-623EB7ECED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3355" y="2202032"/>
            <a:ext cx="5862639" cy="2819475"/>
          </a:xfrm>
        </p:spPr>
        <p:txBody>
          <a:bodyPr numCol="2"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r>
              <a:rPr lang="en-GB" dirty="0">
                <a:solidFill>
                  <a:srgbClr val="067D17"/>
                </a:solidFill>
                <a:effectLst/>
              </a:rPr>
              <a:t>Calculation Settings</a:t>
            </a:r>
            <a:endParaRPr lang="en-GB" dirty="0">
              <a:solidFill>
                <a:srgbClr val="080808"/>
              </a:solidFill>
              <a:effectLst/>
            </a:endParaRPr>
          </a:p>
        </p:txBody>
      </p:sp>
      <p:sp>
        <p:nvSpPr>
          <p:cNvPr id="12" name="Pipeline Settings">
            <a:extLst>
              <a:ext uri="{FF2B5EF4-FFF2-40B4-BE49-F238E27FC236}">
                <a16:creationId xmlns:a16="http://schemas.microsoft.com/office/drawing/2014/main" id="{C632CABB-876F-F4CD-40DB-C44AD7B2C7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29362" y="1009833"/>
            <a:ext cx="5222420" cy="4011673"/>
          </a:xfrm>
        </p:spPr>
        <p:txBody>
          <a:bodyPr numCol="2">
            <a:norm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r>
              <a:rPr lang="en-GB" dirty="0">
                <a:solidFill>
                  <a:srgbClr val="067D17"/>
                </a:solidFill>
                <a:effectLst/>
              </a:rPr>
              <a:t>Pipeline Settings</a:t>
            </a:r>
            <a:endParaRPr lang="en-GB" dirty="0">
              <a:solidFill>
                <a:srgbClr val="080808"/>
              </a:solidFill>
              <a:effectLst/>
            </a:endParaRPr>
          </a:p>
        </p:txBody>
      </p:sp>
      <p:sp>
        <p:nvSpPr>
          <p:cNvPr id="17" name="Date-Time">
            <a:extLst>
              <a:ext uri="{FF2B5EF4-FFF2-40B4-BE49-F238E27FC236}">
                <a16:creationId xmlns:a16="http://schemas.microsoft.com/office/drawing/2014/main" id="{4D43CB8E-C7FD-3822-0DCD-EA726BAD72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3356" y="1356177"/>
            <a:ext cx="5862639" cy="3250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Date-Time</a:t>
            </a:r>
            <a:endParaRPr lang="en-US" dirty="0"/>
          </a:p>
        </p:txBody>
      </p:sp>
      <p:sp>
        <p:nvSpPr>
          <p:cNvPr id="8" name="Operator">
            <a:extLst>
              <a:ext uri="{FF2B5EF4-FFF2-40B4-BE49-F238E27FC236}">
                <a16:creationId xmlns:a16="http://schemas.microsoft.com/office/drawing/2014/main" id="{C43A403E-E832-B6E8-C34A-40003849D6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361" y="985967"/>
            <a:ext cx="5862639" cy="325044"/>
          </a:xfrm>
        </p:spPr>
        <p:txBody>
          <a:bodyPr anchor="ctr">
            <a:noAutofit/>
          </a:bodyPr>
          <a:lstStyle>
            <a:lvl1pPr marL="0" indent="0" algn="l">
              <a:buNone/>
              <a:defRPr sz="1400">
                <a:latin typeface="Helvetica" pitchFamily="2" charset="0"/>
              </a:defRPr>
            </a:lvl1pPr>
          </a:lstStyle>
          <a:p>
            <a:pPr lvl="0"/>
            <a:r>
              <a:rPr lang="en-US" sz="1400" dirty="0"/>
              <a:t>Operator</a:t>
            </a:r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2AA5CEA3-0605-F544-5964-0560B900D7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3361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31DD0E48-ACFD-380E-2CF4-8588EEF8FC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3137" y="559332"/>
            <a:ext cx="11318420" cy="4266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1494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">
            <a:extLst>
              <a:ext uri="{FF2B5EF4-FFF2-40B4-BE49-F238E27FC236}">
                <a16:creationId xmlns:a16="http://schemas.microsoft.com/office/drawing/2014/main" id="{2B1A01B5-1FBB-EFD7-B8EE-CAA6F27A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3816" y="6356350"/>
            <a:ext cx="2743200" cy="365125"/>
          </a:xfrm>
        </p:spPr>
        <p:txBody>
          <a:bodyPr/>
          <a:lstStyle/>
          <a:p>
            <a:fld id="{11AF75C9-0359-FC42-A307-982A28152EDC}" type="datetimeFigureOut">
              <a:rPr lang="en-US" smtClean="0"/>
              <a:t>12/18/24</a:t>
            </a:fld>
            <a:r>
              <a:rPr lang="en-US" dirty="0"/>
              <a:t> Date</a:t>
            </a: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F524104A-595F-221E-3B7C-527EF0C8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2CF3C897-C475-5398-90A2-34467E2E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9036" y="6356349"/>
            <a:ext cx="2743200" cy="365125"/>
          </a:xfrm>
        </p:spPr>
        <p:txBody>
          <a:bodyPr/>
          <a:lstStyle/>
          <a:p>
            <a:r>
              <a:rPr lang="en-US" dirty="0"/>
              <a:t>Page number </a:t>
            </a:r>
            <a:fld id="{8363412E-7DC2-7642-80E9-9CADEAF62AF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Comment">
            <a:extLst>
              <a:ext uri="{FF2B5EF4-FFF2-40B4-BE49-F238E27FC236}">
                <a16:creationId xmlns:a16="http://schemas.microsoft.com/office/drawing/2014/main" id="{78B4B90A-54B5-0091-387B-449A38FFF7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980" y="5908302"/>
            <a:ext cx="4042947" cy="356291"/>
          </a:xfrm>
        </p:spPr>
        <p:txBody>
          <a:bodyPr>
            <a:noAutofit/>
          </a:bodyPr>
          <a:lstStyle>
            <a:lvl1pPr marL="0" indent="0">
              <a:buNone/>
              <a:defRPr sz="1000"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Comment</a:t>
            </a:r>
          </a:p>
        </p:txBody>
      </p:sp>
      <p:sp>
        <p:nvSpPr>
          <p:cNvPr id="24" name="Plots">
            <a:extLst>
              <a:ext uri="{FF2B5EF4-FFF2-40B4-BE49-F238E27FC236}">
                <a16:creationId xmlns:a16="http://schemas.microsoft.com/office/drawing/2014/main" id="{1A76C59F-ADAF-4754-796D-B10A0347139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3137" y="1011050"/>
            <a:ext cx="7196145" cy="52535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Plots</a:t>
            </a:r>
          </a:p>
        </p:txBody>
      </p:sp>
      <p:sp>
        <p:nvSpPr>
          <p:cNvPr id="25" name="MolStructure">
            <a:extLst>
              <a:ext uri="{FF2B5EF4-FFF2-40B4-BE49-F238E27FC236}">
                <a16:creationId xmlns:a16="http://schemas.microsoft.com/office/drawing/2014/main" id="{BB018472-FC91-99D5-89EE-E29016427EF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04979" y="981708"/>
            <a:ext cx="4042947" cy="17510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 err="1"/>
              <a:t>MolStructure</a:t>
            </a:r>
            <a:endParaRPr lang="en-US" dirty="0"/>
          </a:p>
        </p:txBody>
      </p:sp>
      <p:sp>
        <p:nvSpPr>
          <p:cNvPr id="26" name="Table">
            <a:extLst>
              <a:ext uri="{FF2B5EF4-FFF2-40B4-BE49-F238E27FC236}">
                <a16:creationId xmlns:a16="http://schemas.microsoft.com/office/drawing/2014/main" id="{1595622D-3DC8-CB11-7640-C218D17D9008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>
          <a:xfrm>
            <a:off x="7504980" y="2736980"/>
            <a:ext cx="4042947" cy="3171322"/>
          </a:xfr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Table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279AAA2-4FB3-C05A-6F5E-EB3C445BDF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3361" y="66675"/>
            <a:ext cx="11318420" cy="4712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rgbClr val="0B4E83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70C5144-83F6-8E9B-17B1-DD06E41A4F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3137" y="559332"/>
            <a:ext cx="11318420" cy="4266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2E705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74293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A734E-B0AC-D8D0-4961-A80377E7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10F9A-158E-FD5C-098A-19EA2E3B0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AEB49-F5BF-D588-CEE3-464519949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F75C9-0359-FC42-A307-982A28152EDC}" type="datetimeFigureOut">
              <a:rPr lang="en-US" smtClean="0"/>
              <a:t>12/18/24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CC12D-C326-E60E-15CB-6FFD90184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04B74-6D7B-14C8-F812-945790204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3412E-7DC2-7642-80E9-9CADEAF6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Helvetica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Mureddu, Luca G.</dc:creator>
  <cp:lastModifiedBy>Mureddu, Luca G.</cp:lastModifiedBy>
  <cp:revision>96</cp:revision>
  <dcterms:created xsi:type="dcterms:W3CDTF">2023-06-13T12:33:19Z</dcterms:created>
  <dcterms:modified xsi:type="dcterms:W3CDTF">2024-12-18T20:07:29Z</dcterms:modified>
</cp:coreProperties>
</file>